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61" r:id="rId8"/>
    <p:sldId id="265" r:id="rId9"/>
    <p:sldId id="266" r:id="rId10"/>
    <p:sldId id="274" r:id="rId11"/>
    <p:sldId id="275" r:id="rId12"/>
    <p:sldId id="276" r:id="rId13"/>
    <p:sldId id="273" r:id="rId14"/>
    <p:sldId id="27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77608F-981D-4EBE-86C2-FF79D2579870}">
          <p14:sldIdLst>
            <p14:sldId id="256"/>
            <p14:sldId id="257"/>
            <p14:sldId id="258"/>
            <p14:sldId id="269"/>
            <p14:sldId id="270"/>
            <p14:sldId id="271"/>
            <p14:sldId id="261"/>
            <p14:sldId id="265"/>
            <p14:sldId id="266"/>
            <p14:sldId id="274"/>
            <p14:sldId id="275"/>
            <p14:sldId id="276"/>
            <p14:sldId id="273"/>
            <p14:sldId id="277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-300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5FD9C7D-27FA-4804-954B-FFDB26C58E53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183B93F-5535-46A0-BD39-C5C662E74E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D9C7D-27FA-4804-954B-FFDB26C58E53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183B93F-5535-46A0-BD39-C5C662E74E7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D9C7D-27FA-4804-954B-FFDB26C58E53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183B93F-5535-46A0-BD39-C5C662E74E7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hevron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D9C7D-27FA-4804-954B-FFDB26C58E53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183B93F-5535-46A0-BD39-C5C662E74E7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D9C7D-27FA-4804-954B-FFDB26C58E53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183B93F-5535-46A0-BD39-C5C662E74E78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D9C7D-27FA-4804-954B-FFDB26C58E53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183B93F-5535-46A0-BD39-C5C662E74E78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D9C7D-27FA-4804-954B-FFDB26C58E53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183B93F-5535-46A0-BD39-C5C662E74E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>
            <a:extLst/>
          </a:lstStyle>
          <a:p>
            <a:fld id="{25FD9C7D-27FA-4804-954B-FFDB26C58E53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183B93F-5535-46A0-BD39-C5C662E74E78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5FD9C7D-27FA-4804-954B-FFDB26C58E53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183B93F-5535-46A0-BD39-C5C662E74E78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D9C7D-27FA-4804-954B-FFDB26C58E53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183B93F-5535-46A0-BD39-C5C662E74E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FD9C7D-27FA-4804-954B-FFDB26C58E53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183B93F-5535-46A0-BD39-C5C662E74E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5FD9C7D-27FA-4804-954B-FFDB26C58E53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183B93F-5535-46A0-BD39-C5C662E74E7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etlify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123404-1102-41B5-BC98-B7D471ABB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6952" y="1488831"/>
            <a:ext cx="4900247" cy="1561823"/>
          </a:xfrm>
        </p:spPr>
        <p:txBody>
          <a:bodyPr>
            <a:normAutofit/>
          </a:bodyPr>
          <a:lstStyle/>
          <a:p>
            <a:r>
              <a:rPr lang="en-US" sz="5400" cap="none" dirty="0" smtClean="0">
                <a:latin typeface="Times New Roman" pitchFamily="18" charset="0"/>
                <a:cs typeface="Times New Roman" pitchFamily="18" charset="0"/>
              </a:rPr>
              <a:t>PORTFOLIO</a:t>
            </a:r>
            <a:endParaRPr lang="en-IN" sz="5400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1DADDDD-8428-4443-BDB9-B72311120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25510" y="5542362"/>
            <a:ext cx="4278922" cy="977621"/>
          </a:xfrm>
        </p:spPr>
        <p:txBody>
          <a:bodyPr/>
          <a:lstStyle/>
          <a:p>
            <a:pPr algn="just"/>
            <a:r>
              <a:rPr lang="en-US" dirty="0" smtClean="0">
                <a:solidFill>
                  <a:schemeClr val="tx1"/>
                </a:solidFill>
              </a:rPr>
              <a:t>By,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     MOHAMMED AQSAN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76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FD2BA02-576E-45F6-AB19-9856A7626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5579" y="2343976"/>
            <a:ext cx="6027744" cy="2527392"/>
          </a:xfrm>
        </p:spPr>
        <p:txBody>
          <a:bodyPr>
            <a:normAutofit fontScale="62500" lnSpcReduction="20000"/>
          </a:bodyPr>
          <a:lstStyle/>
          <a:p>
            <a:pPr marL="109728" indent="0" algn="just">
              <a:lnSpc>
                <a:spcPct val="16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NAME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:  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MOHAMMED </a:t>
            </a:r>
            <a:r>
              <a:rPr lang="en-US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AQSAN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09728" indent="0" algn="just">
              <a:lnSpc>
                <a:spcPct val="16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: 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IIⁿᵈ YEAR BCA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09728" indent="0" algn="just">
              <a:lnSpc>
                <a:spcPct val="16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COLLEGE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: 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MERIT HAJI ISMAIL SAHIB ART &amp; SCIENCE </a:t>
            </a:r>
            <a:r>
              <a:rPr lang="en-US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           </a:t>
            </a:r>
          </a:p>
          <a:p>
            <a:pPr marL="109728" indent="0" algn="just">
              <a:lnSpc>
                <a:spcPct val="160000"/>
              </a:lnSpc>
              <a:buNone/>
            </a:pP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                    COLLEGE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09728" indent="0" algn="just">
              <a:lnSpc>
                <a:spcPct val="16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SUBJECT  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WEB DEVELOPMENT COURSE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09728" indent="0" algn="just">
              <a:lnSpc>
                <a:spcPct val="16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PROJECT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:  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MY PORTFOLIO WEBSITE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09728" indent="0" algn="just">
              <a:buNone/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5570865-91C6-4266-BAB1-E2EEFFA39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23" y="673222"/>
            <a:ext cx="109728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INTRODUCTION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48710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50984" y="668952"/>
            <a:ext cx="1090246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What is a Portfolio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Core Definition: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 portfolio is a curated collection of work that provides tangible proof of your skills,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accomplishments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experience. It's evidence of what you can do.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Purpose    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Its primary goal is to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show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not just tell. It demonstrates your abilities to potential employers,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clients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or schools, making you a more credible and compelling candidate.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Whom       ?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While essential for 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creatives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(artists, designers) and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tech professionals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(developers, UX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designers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), it's also powerful for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writers, marketers, project managers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others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showcase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projects, reports, and case studies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Essential Components: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Your Best Work: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5-10 high-quality projects relevant to your goals.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Project Context: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For each piece, briefly explain the goal, your role, and the result or impact.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"About Me" Section: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 short, professional bio summarizing who you are.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Contact Information: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Easy ways for people to reach you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678942" lvl="1" indent="-285750">
              <a:lnSpc>
                <a:spcPct val="150000"/>
              </a:lnSpc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56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flythrough dir="out" hasBounce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5784" y="1062170"/>
            <a:ext cx="10117016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728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Common Formats: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Digital Portfolio: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The standard. A personal website or a profile on platforms like LinkedIn,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Behance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678942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Physical Portfolio: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 printed book or folder, used primarily in art and design interviews.</a:t>
            </a:r>
          </a:p>
          <a:p>
            <a:pPr marL="678942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PDF Portfolio: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 simple, downloadable document for easy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emailing.</a:t>
            </a:r>
          </a:p>
          <a:p>
            <a:pPr marL="393192" lvl="1" algn="just"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09728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Key Takeaway: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 portfolio is a dynamic tool for personal branding. It tells your professional story more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09728" indent="0" algn="just">
              <a:lnSpc>
                <a:spcPct val="15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effectively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than a resume alone by providing concrete evidence of your talents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109728" indent="0" algn="just">
              <a:lnSpc>
                <a:spcPct val="15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successes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558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65382" y="1233331"/>
            <a:ext cx="1037492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Step 1: Plan Your Content (Before Coding!)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First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decide what you want to show the world. Keep it simple. You'll need: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Your Name: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Big and clear at the top.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Your Title: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“Portfolio",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"Aspiring Software Developer", etc.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Short Bio (About Me):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2-3 sentences about what you're passionate about in tech. *Example: "I'm a 2nd-year CS student at [Your University] passionate about building web applications and solving problems with code. I'm currently learning React and Node.js."*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Your Projects: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Even 2-3 class projects or small personal projects are perfect.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For each project, have: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A project name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A short description (what it does)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The technologies used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(HTML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CSS, Python, Java)</a:t>
            </a:r>
          </a:p>
          <a:p>
            <a:pPr lvl="2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Most Important: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 link to the code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and a link to a live demo (if possible).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Your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Contact Info: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Email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address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LinkedIn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profile URL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profile URL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63" y="618365"/>
            <a:ext cx="21515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How I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Started!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68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29189" y="1058035"/>
            <a:ext cx="47330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Step 2: Build the Basic Structure with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HTML.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29189" y="1711570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Step 3: Make It Look Nice with Basic CSS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29189" y="2376882"/>
            <a:ext cx="874541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Step 4: Put It Online (Deploy for Free!)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portfolio isn't useful if no one can see it. Use 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Netlify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—it's incredibly easy and free.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Create a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Account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(if you haven't already) and create a new repository. Upload your index.html and style.css files.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Go to </a:t>
            </a:r>
            <a:r>
              <a:rPr lang="en-US" b="1" dirty="0">
                <a:latin typeface="Times New Roman" pitchFamily="18" charset="0"/>
                <a:cs typeface="Times New Roman" pitchFamily="18" charset="0"/>
                <a:hlinkClick r:id="rId2"/>
              </a:rPr>
              <a:t>netlify.com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 sign up with your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Click "Add new site" -&gt; "Import an existing project".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Connect your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account and choose the repository you just created.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Click "Deploy".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Netlify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will give your site a random URL (like your-name-123abc.netlify.app).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You are now live on the internet!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Share this link everywhere.</a:t>
            </a:r>
          </a:p>
          <a:p>
            <a:r>
              <a:rPr lang="en-US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skills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and experiences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99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B70F80-1FA9-4753-BE4D-CD002CA1B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54" y="443419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 OVERVIEW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52953" y="1691927"/>
            <a:ext cx="9788769" cy="3381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portfolio website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a personal/professional online platform that showcases your work, skills, achievements, and personality. It serves as a digital resume and branding tool to attract employers, clients, or collaborators.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Key Purposes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Showcase Work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Display your best projects, designs, or case studies.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Build Credibility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Demonstrate expertise, experience, and achievements.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Personal Branding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Reflect your personality and style.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Networking Tool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Provide easy contact options for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81142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34984" y="2424809"/>
            <a:ext cx="656109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Website Sample Images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20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3139" y="934888"/>
            <a:ext cx="14020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Home Tab:</a:t>
            </a:r>
            <a:endParaRPr lang="en-US"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1910862" y="1523999"/>
            <a:ext cx="9202615" cy="4091354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5035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3139" y="934888"/>
            <a:ext cx="14325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About Tab:</a:t>
            </a:r>
            <a:endParaRPr lang="en-US"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1910862" y="1523999"/>
            <a:ext cx="9202615" cy="4091354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8197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3139" y="934888"/>
            <a:ext cx="18733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Education Tab:</a:t>
            </a:r>
            <a:endParaRPr lang="en-US"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234462" y="1523997"/>
            <a:ext cx="5580184" cy="433753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5814646" y="1430215"/>
            <a:ext cx="6283569" cy="443132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8197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3139" y="934888"/>
            <a:ext cx="18048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My Work Tab:</a:t>
            </a:r>
            <a:endParaRPr lang="en-US"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1910862" y="1523999"/>
            <a:ext cx="9202615" cy="4091354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8197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3139" y="934888"/>
            <a:ext cx="16168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Contact Tab:</a:t>
            </a:r>
            <a:endParaRPr lang="en-US"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1910862" y="1523999"/>
            <a:ext cx="9202615" cy="4091354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8197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68737" y="2641571"/>
            <a:ext cx="488018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80200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327</TotalTime>
  <Words>238</Words>
  <Application>Microsoft Office PowerPoint</Application>
  <PresentationFormat>Custom</PresentationFormat>
  <Paragraphs>75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Concourse</vt:lpstr>
      <vt:lpstr>PORTFOLIO</vt:lpstr>
      <vt:lpstr>INTRODUCTION</vt:lpstr>
      <vt:lpstr>PowerPoint Presentation</vt:lpstr>
      <vt:lpstr>PowerPoint Presentation</vt:lpstr>
      <vt:lpstr>PowerPoint Presentation</vt:lpstr>
      <vt:lpstr>PowerPoint Presentation</vt:lpstr>
      <vt:lpstr>PROJECT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of Naan Mudhalvan</dc:title>
  <dc:creator>MD IRBAZ</dc:creator>
  <cp:lastModifiedBy>Athar</cp:lastModifiedBy>
  <cp:revision>37</cp:revision>
  <dcterms:created xsi:type="dcterms:W3CDTF">2025-08-22T16:57:08Z</dcterms:created>
  <dcterms:modified xsi:type="dcterms:W3CDTF">2025-08-27T21:07:03Z</dcterms:modified>
</cp:coreProperties>
</file>